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3783C-9FAC-26E2-9BCC-4790A12A6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2F0B33-44DD-E613-E979-B65B8E2CB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918D4-0838-48DA-C35F-237D37AF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14BA-3993-A085-7410-E48BF3B8F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70BE9-0EA1-D715-12E9-C7D43155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923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5A2A-C297-C935-AFC7-103C818FE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301F6-C768-DCBC-AC2A-0A1604A80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D98D7-BFFE-3D91-FDC7-8C1069238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C75CB-6AB6-C750-28F1-B4E2716CB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0E787-7131-C199-B48F-B6B8E277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02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222B-CE4C-B9AF-5D7F-9360F336E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6BE40-FA9F-DC7B-0071-9BBC8CB53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54C1C-43A3-F3C8-4862-80962712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D8988-DFA2-7D97-B9BF-6BB36345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699C8-44FE-87B2-7A24-9701D0DD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00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F0A1-311F-D2B6-BEFD-98B4CE46A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CC8AC-2768-25AB-5381-48066AB6E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C80AF-0F38-17E2-5260-F0AC51B3F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3DD24-5F36-C7D5-F5C8-7DA03B1B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3703B-5354-D8D9-A335-5BD0E28FA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77567-0DB6-3B83-2267-00E0B24F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227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91C4-0C2B-6AB9-CC02-46D40E4F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6D426-C8D6-A032-5E52-267BA45D4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84D17-9F50-27CF-2137-B7E946CD4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F4610A-D3E5-A473-B8FD-DD297C21C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E9652-578B-C167-2547-7F553ABA1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7C56FC-4E7D-52E4-5F22-EECC7499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A6F68A-79DA-1058-17CB-42CCC518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C6FD19-EF52-9FFC-C157-E759B5B04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119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948D6-D605-3849-6B8B-6B15D0E88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6906C-3B78-D997-ED03-408F4D5D8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D0C9B-81B0-2E9E-AC97-0BB119A7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B270-306A-BB02-8DEE-CAEA9C39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07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B65C19-1A68-4EF2-1289-2C38B0C88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91D5B-4468-09F5-B771-C79CB72C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18885-3E0B-463B-0623-149B5CA8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023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DCD8-B3D8-083D-6751-2FE0C08E3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554EC-6D8B-FFF1-D795-954DEDA15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6213C-3C93-DB03-07D2-C3A25DF6F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108D7-66A6-B017-80CA-CB5468C50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A4D86-5B9F-A3DB-FFF0-42D05DEB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09B38-88B9-3190-AB75-5032FC3D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00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A19A-DA06-D390-E6B2-B7DC17619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81A85-1B77-3732-8A75-7BD247EB1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A506C-7236-1399-0767-04F56A927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ABA0D-DDE0-3AD6-EA98-B73B74DAD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E175F-5B88-4489-AC2C-B4ADAF52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BA952-465D-714E-8EC3-AFE94E6F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674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6027-EBCE-9217-C31E-15ED56D99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C939A-8C9F-79E9-1BC7-E424B986A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C1EC4-121F-16E5-4B69-49AC0341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63C8C-BD86-6400-3579-8E7A87D2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E843D-E199-0270-0E37-ED19E07F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68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6F1B2D-069D-E94E-A548-5618D5EE7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9E5D5-4B47-4ED1-8BF9-AF9BC6C49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2AA9F-5B66-0F61-5F18-C083133E3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BCC1F-34B4-444E-B6B5-948BFDAC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A7D4C-D7BF-FC3E-AE1C-D6ABDB6C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98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7BB92B-869E-9C1A-763C-59AF2A2BC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3B0D8-9177-64F3-226F-6FAE675AD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26C2B-AB6D-A4C8-523F-796EF0616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0EF30-787C-421A-8F48-5D5EE85D208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BE441-3B14-DB2A-D1FD-2BC3E7FA8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5FBFB-9384-50C7-F9CB-9AE8485E7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5F9B1-2634-429C-BBA6-6907CE309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95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C12BA-5617-6544-87ED-4D6A2D672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2AD14-3BF4-8B7E-A149-DCDE61545F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B3579-CF04-64A1-8EB3-8B1807949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20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B965-3485-F05C-EC1B-167CEB9C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2DDAD-CD23-9405-6966-2541AAF49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4BFFC-BD49-F309-C963-B3110F96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12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C96A-5835-DCBF-F7A9-BFC925BA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8C3E7-310C-6F1B-B0BA-77E0E4280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1D555-151A-9F8B-CFC9-CA4F1190D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8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918C-DB24-51D2-FA5A-47C24D8A6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1B4C7-1231-1D37-94BE-218746894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36E00-127C-2316-01B6-A0B882E52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47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4432-4966-2AD8-96F5-C7B66028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C7CFA-F368-7B1D-D0EB-22D067BE7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F91E1-8750-770D-D4B4-FDDCC51FB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2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73C6-6CEB-F4C5-A923-52B20A8E4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0AFD1-C367-DC71-F540-87C4C0F60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ECE70D-4966-BED1-AD0A-FF0AB7404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9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8B1F-205A-EE07-9C40-006E0AFE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4098D-3347-908A-DF23-49F5B91CB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440D4-7E33-4CFB-53A0-9DE49B541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17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7F42B-D0EF-90DD-8424-039085E6D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79D40-D46D-AC85-7821-D5DFDBEF1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AF099A-F595-E330-1C60-137619339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11660-1F4C-7121-76F4-576DF4EF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9F153-78BF-F684-AD1A-0E0B1A71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F366C-321D-A384-7B45-BFE44C23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83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0E1AA-BF07-D2EB-B1AA-7E775933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A0B2F-932B-88A4-5B66-DF66E5E74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E8996-FDF7-C019-EA1A-8C3FF1FE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65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F4204-EC38-B3AF-B65E-5B5914BA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F9A83-CB13-674A-E34D-4F468FCA0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6380C-DD4E-1E95-D8C4-81F90B0B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8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963F-35B4-5A3E-ADE4-A8C5A81EC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C0EAB-9046-F165-7601-5E116D59B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1045E-B79C-3CDC-7B2C-D8819E540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646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5EFA-234B-6625-98BA-20A356A0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DE1F7-0B34-08B3-3BAD-C02EF472A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2D7B5-38CE-B8A1-56FA-519F728B3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53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2300030263 JAJULA GNANA DEEPAK</dc:creator>
  <cp:lastModifiedBy>2300030263 JAJULA GNANA DEEPAK</cp:lastModifiedBy>
  <cp:revision>1</cp:revision>
  <dcterms:created xsi:type="dcterms:W3CDTF">2026-09-28T10:51:21Z</dcterms:created>
  <dcterms:modified xsi:type="dcterms:W3CDTF">2026-09-28T10:51:21Z</dcterms:modified>
</cp:coreProperties>
</file>